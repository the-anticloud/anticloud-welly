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WELLY | Category: OIL_GAS</a:t>
            </a:r>
          </a:p>
          <a:p>
            <a:r>
              <a:rPr sz="1400"/>
              <a:t>Upstream: https://github.com/agile-geoscience/welly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WELLY.</a:t>
            </a:r>
          </a:p>
          <a:p>
            <a:r>
              <a:rPr sz="1400"/>
              <a:t>Handling well log data for petroleum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WELLY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